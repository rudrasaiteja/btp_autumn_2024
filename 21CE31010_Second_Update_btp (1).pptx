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9" r:id="rId6"/>
    <p:sldId id="261" r:id="rId7"/>
    <p:sldId id="262" r:id="rId8"/>
    <p:sldId id="270" r:id="rId9"/>
    <p:sldId id="272" r:id="rId10"/>
    <p:sldId id="268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AE418-9A1B-34E4-38AF-48E672C755D6}" v="697" dt="2024-10-20T16:25:58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MACHINE LEARNING FOR MIX DESIGN OF CONCRETE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latin typeface="Segoe UI"/>
                <a:cs typeface="Segoe UI"/>
              </a:rPr>
              <a:t>Presenter: Rudra Sai Teja(21CE31010)</a:t>
            </a:r>
          </a:p>
          <a:p>
            <a:r>
              <a:rPr lang="en-US" i="1" dirty="0">
                <a:latin typeface="Segoe UI"/>
                <a:cs typeface="Segoe UI"/>
              </a:rPr>
              <a:t>Supervisor: Prof. Damodar Maity</a:t>
            </a:r>
          </a:p>
          <a:p>
            <a:r>
              <a:rPr lang="en-US" i="1" dirty="0">
                <a:latin typeface="Segoe UI"/>
                <a:cs typeface="Segoe UI"/>
              </a:rPr>
              <a:t>Department of Civil Engineering, IIT Kharagpur</a:t>
            </a:r>
          </a:p>
        </p:txBody>
      </p:sp>
    </p:spTree>
    <p:extLst>
      <p:ext uri="{BB962C8B-B14F-4D97-AF65-F5344CB8AC3E}">
        <p14:creationId xmlns:p14="http://schemas.microsoft.com/office/powerpoint/2010/main" val="3790583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C5FB-57E1-A1F6-F7B7-C619A1BF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4CB14-7272-673A-00BF-734BEA666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Review the standard codes on mix design of concrete</a:t>
            </a:r>
          </a:p>
          <a:p>
            <a:r>
              <a:rPr lang="en-US" dirty="0">
                <a:ea typeface="+mn-lt"/>
                <a:cs typeface="+mn-lt"/>
              </a:rPr>
              <a:t>Gather datasets of concrete composition for various grades of concrete</a:t>
            </a:r>
          </a:p>
          <a:p>
            <a:r>
              <a:rPr lang="en-US" dirty="0">
                <a:ea typeface="+mn-lt"/>
                <a:cs typeface="+mn-lt"/>
              </a:rPr>
              <a:t>Choosing proper ML algorithms for the optimization and prediction of the ratio of materials for different grades of concrete and vice-versa</a:t>
            </a:r>
          </a:p>
          <a:p>
            <a:r>
              <a:rPr lang="en-US" dirty="0">
                <a:ea typeface="+mn-lt"/>
                <a:cs typeface="+mn-lt"/>
              </a:rPr>
              <a:t>Create a User Interface(UI) and make these ratios accessible to everyone</a:t>
            </a:r>
          </a:p>
        </p:txBody>
      </p:sp>
    </p:spTree>
    <p:extLst>
      <p:ext uri="{BB962C8B-B14F-4D97-AF65-F5344CB8AC3E}">
        <p14:creationId xmlns:p14="http://schemas.microsoft.com/office/powerpoint/2010/main" val="406844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3373-FDC5-E236-B715-58CC845B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40D9-4782-4C22-1C3A-EFF5D40A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 scope of ML in mix design of concrete is huge and it covers various stages </a:t>
            </a:r>
            <a:r>
              <a:rPr lang="en-US" dirty="0">
                <a:ea typeface="+mn-lt"/>
                <a:cs typeface="+mn-lt"/>
              </a:rPr>
              <a:t>from planning and material selection to the final performance evaluation. But the key areas are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Prediction model for concrete properties 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Optimization of concrete mix proportions 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Data Analysis and knowledge extraction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Generalization of this to all types of conditions 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Enhancing durability and estimation of the service life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70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A53D-0B03-7723-442C-BE68C35A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on the literature and Research gaps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29C42-4E0F-7A03-C1C7-8E9614D9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Civil engineering had already begun incorporating machine learning and the concrete industry is following the same path</a:t>
            </a:r>
          </a:p>
          <a:p>
            <a:r>
              <a:rPr lang="en-US" dirty="0"/>
              <a:t>We have been using ML algorithms in predicting the compressive strength of the concrete</a:t>
            </a:r>
          </a:p>
          <a:p>
            <a:r>
              <a:rPr lang="en-US" dirty="0"/>
              <a:t>This helps in reducing the wastage of materials and human power, i.e., reducing the cost of estimation</a:t>
            </a:r>
          </a:p>
          <a:p>
            <a:r>
              <a:rPr lang="en-US" dirty="0"/>
              <a:t>It also reduces the carbon footprint and reduces environment impact and move towards sustainability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3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64A6-8E8B-61F6-B9E7-471E01E6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on the literature and Research gaps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4ED2-EDF3-06DF-1A25-F1D9A3F6E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Concrete mix design comprises of few important components and steps</a:t>
            </a:r>
          </a:p>
          <a:p>
            <a:r>
              <a:rPr lang="en-US" dirty="0"/>
              <a:t>The important ingredients of concrete are cement, fine and coarse aggregates, water</a:t>
            </a:r>
          </a:p>
          <a:p>
            <a:r>
              <a:rPr lang="en-US" dirty="0"/>
              <a:t>Other ingredients include fly ash, blast furnace slag</a:t>
            </a:r>
          </a:p>
          <a:p>
            <a:r>
              <a:rPr lang="en-US" dirty="0"/>
              <a:t>Additives include superplasticizers and water reducing admixtures</a:t>
            </a:r>
          </a:p>
          <a:p>
            <a:r>
              <a:rPr lang="en-US" dirty="0">
                <a:ea typeface="+mn-lt"/>
                <a:cs typeface="+mn-lt"/>
              </a:rPr>
              <a:t>The selection of ingredient quantities should comply with the IS Code</a:t>
            </a:r>
          </a:p>
        </p:txBody>
      </p:sp>
    </p:spTree>
    <p:extLst>
      <p:ext uri="{BB962C8B-B14F-4D97-AF65-F5344CB8AC3E}">
        <p14:creationId xmlns:p14="http://schemas.microsoft.com/office/powerpoint/2010/main" val="48538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0A90-F574-80DC-8BF8-2958616E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5162" cy="1346440"/>
          </a:xfrm>
        </p:spPr>
        <p:txBody>
          <a:bodyPr>
            <a:normAutofit/>
          </a:bodyPr>
          <a:lstStyle/>
          <a:p>
            <a:r>
              <a:rPr lang="en-US" b="1" dirty="0"/>
              <a:t>Review on the literature and Research gaps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7D92E-10CB-AB1B-DFBD-A8A77171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1679"/>
            <a:ext cx="10515600" cy="4445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availability of the data and its quality is a major research gap</a:t>
            </a:r>
          </a:p>
          <a:p>
            <a:r>
              <a:rPr lang="en-US" dirty="0"/>
              <a:t>Improving the accuracy of the ML algorithms selected for this purpose</a:t>
            </a:r>
          </a:p>
          <a:p>
            <a:r>
              <a:rPr lang="en-US" dirty="0"/>
              <a:t>Reducing the deviation of the compressive strength on site is another major challenge</a:t>
            </a:r>
          </a:p>
          <a:p>
            <a:r>
              <a:rPr lang="en-US" dirty="0"/>
              <a:t>Large scale validation of these results is to be done before relying on this completely</a:t>
            </a:r>
          </a:p>
        </p:txBody>
      </p:sp>
    </p:spTree>
    <p:extLst>
      <p:ext uri="{BB962C8B-B14F-4D97-AF65-F5344CB8AC3E}">
        <p14:creationId xmlns:p14="http://schemas.microsoft.com/office/powerpoint/2010/main" val="74179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6A15-1BE2-3981-1B29-9F080DF7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 Done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8878-FF73-C001-00A9-F1BC997B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Completed the study of standard codes for concrete mix design, including IS 10262:2009 and IS 10262:2019, along with relevant American and British standard codes</a:t>
            </a:r>
          </a:p>
          <a:p>
            <a:r>
              <a:rPr lang="en-US" dirty="0"/>
              <a:t>Collected some of the datasets of material composition of concrete</a:t>
            </a:r>
          </a:p>
          <a:p>
            <a:r>
              <a:rPr lang="en-US" dirty="0"/>
              <a:t>Completed some ML models </a:t>
            </a:r>
          </a:p>
          <a:p>
            <a:r>
              <a:rPr lang="en-US" dirty="0"/>
              <a:t>Complete a detailed report/presentation on Mix Design of Concrete</a:t>
            </a:r>
          </a:p>
        </p:txBody>
      </p:sp>
    </p:spTree>
    <p:extLst>
      <p:ext uri="{BB962C8B-B14F-4D97-AF65-F5344CB8AC3E}">
        <p14:creationId xmlns:p14="http://schemas.microsoft.com/office/powerpoint/2010/main" val="95998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54E2-7191-6CB2-955E-055D4D9D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Works Done </a:t>
            </a:r>
            <a:endParaRPr lang="en-US"/>
          </a:p>
        </p:txBody>
      </p:sp>
      <p:pic>
        <p:nvPicPr>
          <p:cNvPr id="4" name="Content Placeholder 3" descr="A graph with blue dots and black lines&#10;&#10;Description automatically generated">
            <a:extLst>
              <a:ext uri="{FF2B5EF4-FFF2-40B4-BE49-F238E27FC236}">
                <a16:creationId xmlns:a16="http://schemas.microsoft.com/office/drawing/2014/main" id="{BAF16A79-4463-75C5-AC45-0E265913A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07" y="1533385"/>
            <a:ext cx="11858786" cy="3799276"/>
          </a:xfrm>
        </p:spPr>
      </p:pic>
    </p:spTree>
    <p:extLst>
      <p:ext uri="{BB962C8B-B14F-4D97-AF65-F5344CB8AC3E}">
        <p14:creationId xmlns:p14="http://schemas.microsoft.com/office/powerpoint/2010/main" val="362131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1609-DCA9-CE8A-9450-DA2431D4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 Done </a:t>
            </a:r>
            <a:endParaRPr lang="en-US" dirty="0"/>
          </a:p>
        </p:txBody>
      </p:sp>
      <p:pic>
        <p:nvPicPr>
          <p:cNvPr id="5" name="Content Placeholder 4" descr="A graph of a tree regressor&#10;&#10;Description automatically generated">
            <a:extLst>
              <a:ext uri="{FF2B5EF4-FFF2-40B4-BE49-F238E27FC236}">
                <a16:creationId xmlns:a16="http://schemas.microsoft.com/office/drawing/2014/main" id="{E638FB6E-316B-B5EF-CC95-AC2CA621F9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15353"/>
            <a:ext cx="5181600" cy="3371881"/>
          </a:xfrm>
        </p:spPr>
      </p:pic>
      <p:pic>
        <p:nvPicPr>
          <p:cNvPr id="6" name="Content Placeholder 5" descr="A graph with blue dots&#10;&#10;Description automatically generated">
            <a:extLst>
              <a:ext uri="{FF2B5EF4-FFF2-40B4-BE49-F238E27FC236}">
                <a16:creationId xmlns:a16="http://schemas.microsoft.com/office/drawing/2014/main" id="{B81E498E-FAAE-E357-447A-280371B5A9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59519"/>
            <a:ext cx="5181600" cy="3283549"/>
          </a:xfrm>
        </p:spPr>
      </p:pic>
    </p:spTree>
    <p:extLst>
      <p:ext uri="{BB962C8B-B14F-4D97-AF65-F5344CB8AC3E}">
        <p14:creationId xmlns:p14="http://schemas.microsoft.com/office/powerpoint/2010/main" val="135115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A45F-CAE5-02B0-69BD-08305C2E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 to 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9BAA-CEDE-B7E3-82B5-B61BF7CF5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Should make a good ML model to predict the concrete mix proportions by giving the strength as input to the model</a:t>
            </a:r>
          </a:p>
          <a:p>
            <a:r>
              <a:rPr lang="en-US" dirty="0"/>
              <a:t>Should improve the accuracy of the ML models which predict the strength of the concrete by giving the mix ratio </a:t>
            </a:r>
          </a:p>
          <a:p>
            <a:r>
              <a:rPr lang="en-US" dirty="0"/>
              <a:t>Should create a User Interface(UI) and put all these predicted values</a:t>
            </a:r>
          </a:p>
        </p:txBody>
      </p:sp>
    </p:spTree>
    <p:extLst>
      <p:ext uri="{BB962C8B-B14F-4D97-AF65-F5344CB8AC3E}">
        <p14:creationId xmlns:p14="http://schemas.microsoft.com/office/powerpoint/2010/main" val="238827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06DD-D6E5-C9C5-A17F-B80436EE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0BA2-F48C-889E-D836-86EE8DB6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Selecting the proper ML model is challenging, in order to avoid the risk of overfitting </a:t>
            </a:r>
          </a:p>
          <a:p>
            <a:r>
              <a:rPr lang="en-US" dirty="0"/>
              <a:t>Since there are many variables i.e., 8 variables it is difficult to get them as output by giving 1 input i.e., design strength of concrete</a:t>
            </a:r>
          </a:p>
          <a:p>
            <a:r>
              <a:rPr lang="en-US" dirty="0"/>
              <a:t>Due to this the outputs given by the model i.e., concrete mix ratio is very much staggered and far away from prescribed ratios of IS Code</a:t>
            </a:r>
          </a:p>
        </p:txBody>
      </p:sp>
    </p:spTree>
    <p:extLst>
      <p:ext uri="{BB962C8B-B14F-4D97-AF65-F5344CB8AC3E}">
        <p14:creationId xmlns:p14="http://schemas.microsoft.com/office/powerpoint/2010/main" val="183993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06E4-BA3A-683A-D5F0-40DF0F1A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C8B0C-E35E-E96E-E051-16565487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IS 10262:2009 and IS 10262:2019</a:t>
            </a:r>
          </a:p>
          <a:p>
            <a:r>
              <a:rPr lang="en-US" dirty="0">
                <a:ea typeface="+mn-lt"/>
                <a:cs typeface="+mn-lt"/>
              </a:rPr>
              <a:t>Machine Learning Techniques in Concrete Mix Design Patryk Ziolkowski and Maciej </a:t>
            </a:r>
            <a:r>
              <a:rPr lang="en-US" err="1">
                <a:ea typeface="+mn-lt"/>
                <a:cs typeface="+mn-lt"/>
              </a:rPr>
              <a:t>Niedostatkiewicz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Concrete Mix Design by IS, ACI and BS Methods: A Comparative Analysis Ashish </a:t>
            </a:r>
            <a:r>
              <a:rPr lang="en-US" dirty="0" err="1">
                <a:ea typeface="+mn-lt"/>
                <a:cs typeface="+mn-lt"/>
              </a:rPr>
              <a:t>Chhachhia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64261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8C1D-7663-8D8D-4DBE-9BCEC9963C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C1FCD-6A0C-4763-FD7D-30542C67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7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MACHINE LEARNING FOR MIX DESIGN OF CONCRETE</vt:lpstr>
      <vt:lpstr>Objectives</vt:lpstr>
      <vt:lpstr>Scope</vt:lpstr>
      <vt:lpstr>Review on the literature and Research gaps</vt:lpstr>
      <vt:lpstr>Review on the literature and Research gaps</vt:lpstr>
      <vt:lpstr>Review on the literature and Research gaps</vt:lpstr>
      <vt:lpstr>Works Done </vt:lpstr>
      <vt:lpstr>Works Done </vt:lpstr>
      <vt:lpstr>Works Done </vt:lpstr>
      <vt:lpstr>Works to Complete</vt:lpstr>
      <vt:lpstr>Constraints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188</cp:revision>
  <dcterms:created xsi:type="dcterms:W3CDTF">2024-10-20T06:37:42Z</dcterms:created>
  <dcterms:modified xsi:type="dcterms:W3CDTF">2024-10-20T16:43:16Z</dcterms:modified>
</cp:coreProperties>
</file>